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8" r:id="rId8"/>
    <p:sldId id="261" r:id="rId9"/>
    <p:sldId id="262" r:id="rId10"/>
    <p:sldId id="263" r:id="rId11"/>
    <p:sldId id="272" r:id="rId12"/>
    <p:sldId id="273" r:id="rId13"/>
    <p:sldId id="274" r:id="rId14"/>
    <p:sldId id="271" r:id="rId15"/>
    <p:sldId id="265" r:id="rId16"/>
    <p:sldId id="270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670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158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377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980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288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23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648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7364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295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57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53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71245-D0CD-4987-8107-870E5B3537EA}" type="datetimeFigureOut">
              <a:rPr lang="it-IT" smtClean="0"/>
              <a:t>10/03/2025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90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708B28-BA5A-E7D5-CFBC-DF4628317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9812"/>
            <a:ext cx="9144000" cy="1119188"/>
          </a:xfrm>
        </p:spPr>
        <p:txBody>
          <a:bodyPr>
            <a:normAutofit/>
          </a:bodyPr>
          <a:lstStyle/>
          <a:p>
            <a:r>
              <a:rPr lang="it-IT" dirty="0" err="1"/>
              <a:t>GraphFlow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9317F8-7A24-EA17-6E7F-97D32B226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5562600"/>
            <a:ext cx="3657600" cy="276225"/>
          </a:xfrm>
        </p:spPr>
        <p:txBody>
          <a:bodyPr>
            <a:normAutofit lnSpcReduction="10000"/>
          </a:bodyPr>
          <a:lstStyle/>
          <a:p>
            <a:r>
              <a:rPr lang="it-IT" sz="1400" dirty="0"/>
              <a:t>Mattia Forneron Presentazione di Progetto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C196EAE5-CE47-8D3C-9641-E9224E600794}"/>
              </a:ext>
            </a:extLst>
          </p:cNvPr>
          <p:cNvSpPr txBox="1">
            <a:spLocks/>
          </p:cNvSpPr>
          <p:nvPr/>
        </p:nvSpPr>
        <p:spPr>
          <a:xfrm>
            <a:off x="1524000" y="3294062"/>
            <a:ext cx="9144000" cy="3841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Il generatore di grafici</a:t>
            </a:r>
          </a:p>
        </p:txBody>
      </p:sp>
    </p:spTree>
    <p:extLst>
      <p:ext uri="{BB962C8B-B14F-4D97-AF65-F5344CB8AC3E}">
        <p14:creationId xmlns:p14="http://schemas.microsoft.com/office/powerpoint/2010/main" val="72358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53252B-1CFB-F052-95D9-DA52F119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Come nasce?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6C5332-CA2B-F6D2-4287-B0932CA8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L’idea nasce parlando con Erik del suo obiettivo.</a:t>
            </a:r>
          </a:p>
          <a:p>
            <a:pPr marL="0" indent="0">
              <a:buNone/>
            </a:pPr>
            <a:r>
              <a:rPr lang="it-IT" dirty="0"/>
              <a:t>Capisco che c’è qualcosa che potrei fare per aiutarlo:</a:t>
            </a:r>
          </a:p>
          <a:p>
            <a:pPr lvl="1"/>
            <a:r>
              <a:rPr lang="it-IT" dirty="0"/>
              <a:t>Creazione grafici per fare la reportistica</a:t>
            </a:r>
          </a:p>
          <a:p>
            <a:pPr lvl="1"/>
            <a:r>
              <a:rPr lang="it-IT" dirty="0"/>
              <a:t>Creazione grafici che gli vengono richiesti da altre persone</a:t>
            </a:r>
          </a:p>
        </p:txBody>
      </p:sp>
    </p:spTree>
    <p:extLst>
      <p:ext uri="{BB962C8B-B14F-4D97-AF65-F5344CB8AC3E}">
        <p14:creationId xmlns:p14="http://schemas.microsoft.com/office/powerpoint/2010/main" val="79591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52BD36-7382-6B70-3540-39AD5523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 è lo scopo?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14B0C0-11AF-1219-F87E-870E183E3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Velocizzare il processo produttivo di Erik, ossia la creazione di un report</a:t>
            </a:r>
          </a:p>
          <a:p>
            <a:r>
              <a:rPr lang="it-IT" dirty="0"/>
              <a:t>Far smettere di creare grafici in </a:t>
            </a:r>
            <a:r>
              <a:rPr lang="it-IT" dirty="0" err="1"/>
              <a:t>excel</a:t>
            </a:r>
            <a:r>
              <a:rPr lang="it-IT" dirty="0"/>
              <a:t>  a Erik per alcuni colleghi e concentrarsi sul suo obiettivo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810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ABD289-BB22-9113-09D7-C350C92B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mia Idea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CCD99A-DEEA-2521-1714-F00FD1E90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Interfaccia che mostra grafici personalizzati dato un file .csv</a:t>
            </a:r>
          </a:p>
          <a:p>
            <a:r>
              <a:rPr lang="it-IT" dirty="0"/>
              <a:t>Funziona grazie a:</a:t>
            </a:r>
          </a:p>
          <a:p>
            <a:pPr lvl="1"/>
            <a:r>
              <a:rPr lang="it-IT" dirty="0"/>
              <a:t>Categorizzazione dei .csv in base a loro struttura(ne troviamo N)</a:t>
            </a:r>
          </a:p>
          <a:p>
            <a:pPr lvl="1"/>
            <a:r>
              <a:rPr lang="it-IT" dirty="0"/>
              <a:t>Grafici statici per ogni categoria di .csv pre-costruiti</a:t>
            </a:r>
          </a:p>
          <a:p>
            <a:pPr lvl="1"/>
            <a:r>
              <a:rPr lang="it-IT" dirty="0"/>
              <a:t>Dati dinamici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633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91F0C-9564-60EF-FC50-3E194696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D804A1-0A29-79DF-3E40-D320EFE1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</a:t>
            </a:r>
            <a:r>
              <a:rPr lang="it-IT" dirty="0" err="1"/>
              <a:t>WebApp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AE6A57-A044-E0DF-AB83-B9F649C88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Pagina di tutte le Commesse</a:t>
            </a:r>
          </a:p>
          <a:p>
            <a:r>
              <a:rPr lang="it-IT" dirty="0"/>
              <a:t>Pagina Form Creazione Commessa</a:t>
            </a:r>
          </a:p>
          <a:p>
            <a:r>
              <a:rPr lang="it-IT" dirty="0"/>
              <a:t>Pagina si una Commessa specifica</a:t>
            </a:r>
          </a:p>
          <a:p>
            <a:r>
              <a:rPr lang="it-IT" dirty="0"/>
              <a:t>Pagina Grafici:</a:t>
            </a:r>
          </a:p>
          <a:p>
            <a:pPr lvl="1"/>
            <a:r>
              <a:rPr lang="it-IT" dirty="0"/>
              <a:t>Per commessa specifica </a:t>
            </a:r>
          </a:p>
          <a:p>
            <a:pPr lvl="1"/>
            <a:r>
              <a:rPr lang="it-IT" dirty="0"/>
              <a:t>Per tipo di struttura specifico</a:t>
            </a:r>
          </a:p>
          <a:p>
            <a:r>
              <a:rPr lang="it-IT" dirty="0"/>
              <a:t>Pagina Importazione dati dato file .csv</a:t>
            </a:r>
          </a:p>
          <a:p>
            <a:r>
              <a:rPr lang="it-IT" dirty="0"/>
              <a:t>Pagina Profilo Utente:</a:t>
            </a:r>
          </a:p>
          <a:p>
            <a:pPr lvl="1"/>
            <a:r>
              <a:rPr lang="it-IT" dirty="0"/>
              <a:t>Pagina Grafici salvati per Date</a:t>
            </a:r>
          </a:p>
          <a:p>
            <a:pPr lvl="1"/>
            <a:r>
              <a:rPr lang="it-IT" dirty="0"/>
              <a:t>Pagina Grafici salvati per Data</a:t>
            </a:r>
          </a:p>
        </p:txBody>
      </p:sp>
    </p:spTree>
    <p:extLst>
      <p:ext uri="{BB962C8B-B14F-4D97-AF65-F5344CB8AC3E}">
        <p14:creationId xmlns:p14="http://schemas.microsoft.com/office/powerpoint/2010/main" val="217459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5BD85C-6FB3-EFFE-DA7A-A565FACF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Commesse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BD83437-EAE7-9E74-AA3C-C107A32DC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" r="1200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B39FC594-33CE-2183-5178-7C004C104580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715A24E-8C38-69B0-8AE0-0999E99B86BA}"/>
              </a:ext>
            </a:extLst>
          </p:cNvPr>
          <p:cNvSpPr txBox="1"/>
          <p:nvPr/>
        </p:nvSpPr>
        <p:spPr>
          <a:xfrm>
            <a:off x="594360" y="1792224"/>
            <a:ext cx="46817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Tutte le commesse che la nostra community ha aggiunto(visibili a tutti)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Creare commessa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Modificare commessa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Eliminare commessa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Spostare commessa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Poter spostarsi tra le varie pagine di commesse specifiche</a:t>
            </a:r>
          </a:p>
        </p:txBody>
      </p:sp>
    </p:spTree>
    <p:extLst>
      <p:ext uri="{BB962C8B-B14F-4D97-AF65-F5344CB8AC3E}">
        <p14:creationId xmlns:p14="http://schemas.microsoft.com/office/powerpoint/2010/main" val="199215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2662-D5AC-40F9-BD76-DC7B5E27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163086-32A1-061F-4F56-BF6D88A9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Form Creazione Commessa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29F3831-EE93-8C26-6C6E-FC445CFB9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" r="1187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1440B6E5-6C76-EDFE-F6BC-BA2A7234A326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B7B47C0-C0A9-B6B5-469E-956897EA8925}"/>
              </a:ext>
            </a:extLst>
          </p:cNvPr>
          <p:cNvSpPr txBox="1"/>
          <p:nvPr/>
        </p:nvSpPr>
        <p:spPr>
          <a:xfrm>
            <a:off x="594360" y="1792224"/>
            <a:ext cx="46817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Un </a:t>
            </a:r>
            <a:r>
              <a:rPr lang="it-IT" dirty="0" err="1"/>
              <a:t>form</a:t>
            </a:r>
            <a:r>
              <a:rPr lang="it-IT" dirty="0"/>
              <a:t> che mi permette di aggiungere una commessa nuova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 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 descrizione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una foto 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Aggiungere una nuova commessa a cui potremo aggiungere i dati per poter poi visualizzare i grafici</a:t>
            </a:r>
          </a:p>
        </p:txBody>
      </p:sp>
    </p:spTree>
    <p:extLst>
      <p:ext uri="{BB962C8B-B14F-4D97-AF65-F5344CB8AC3E}">
        <p14:creationId xmlns:p14="http://schemas.microsoft.com/office/powerpoint/2010/main" val="353508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EAE1-7E8C-857B-F5B2-8C08DB79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1D0A34-90B9-32BD-3598-79ADC7C2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Commessa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D613F45-E31E-051B-A375-7E9FEE83E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r="1359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0D883B2C-0C1F-3668-16DA-5C2C9D45FF08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52E2A1D-AF62-888F-92A6-F060FC829396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La scelta di una specifica categoria di dati 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Scegliere la categoria che ci interessa per poi visualizzare i grafici o aggiungere i dati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Poter spostarsi nella pagina dove risiederanno tutti i grafici inerenti a quella struttura di quel set di dati</a:t>
            </a:r>
          </a:p>
        </p:txBody>
      </p:sp>
    </p:spTree>
    <p:extLst>
      <p:ext uri="{BB962C8B-B14F-4D97-AF65-F5344CB8AC3E}">
        <p14:creationId xmlns:p14="http://schemas.microsoft.com/office/powerpoint/2010/main" val="3683008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7780F-B3FC-2341-3D0D-FF5CE6B9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63275-24D8-206A-549D-C2554A1F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Grafici Specifici per struttura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D611462-DCF6-2E9F-8F73-003436008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" r="1051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E46BD974-3B1D-5970-C033-F34846CA83B2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47FAC7-4246-BC61-D500-19B7F93503D1}"/>
              </a:ext>
            </a:extLst>
          </p:cNvPr>
          <p:cNvSpPr txBox="1"/>
          <p:nvPr/>
        </p:nvSpPr>
        <p:spPr>
          <a:xfrm>
            <a:off x="594360" y="1792224"/>
            <a:ext cx="46817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Tutti i grafici inerenti a quel set di dati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Visualizzare grafici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Aggiornare i dati attraverso importazione del csv per vedere andamenti nuovi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Vedere il range di date a cui si riferiscono quei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Salvare il grafico nel proprio profilo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Condividere come immagine il grafico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Visualizzare i grafici da analizzare per velocizzare la creazione del report</a:t>
            </a:r>
          </a:p>
        </p:txBody>
      </p:sp>
    </p:spTree>
    <p:extLst>
      <p:ext uri="{BB962C8B-B14F-4D97-AF65-F5344CB8AC3E}">
        <p14:creationId xmlns:p14="http://schemas.microsoft.com/office/powerpoint/2010/main" val="211865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8BC1-B5BC-7E07-5DBD-78B59850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8FE70-468F-95BC-3E62-7E20FA12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Popup caricamento dati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EBF4635-5466-C7FB-CA58-83E1E8CC9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" r="964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9EAC147D-CF1D-0CD5-FA95-1BF82FB9340D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20BD705-49A3-E496-4BD8-B4703E876055}"/>
              </a:ext>
            </a:extLst>
          </p:cNvPr>
          <p:cNvSpPr txBox="1"/>
          <p:nvPr/>
        </p:nvSpPr>
        <p:spPr>
          <a:xfrm>
            <a:off x="594360" y="1792224"/>
            <a:ext cx="46817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Pop up che ci permette di caricare un file .csv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Caricare nuovi dati importando un nuovo file .csv ricordando che i dati vecchi inerenti a quella commessa e a quella tabella verranno eliminati per liberare spazio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Carica i nuovi dati e si salva la data di questa operazione</a:t>
            </a:r>
          </a:p>
        </p:txBody>
      </p:sp>
    </p:spTree>
    <p:extLst>
      <p:ext uri="{BB962C8B-B14F-4D97-AF65-F5344CB8AC3E}">
        <p14:creationId xmlns:p14="http://schemas.microsoft.com/office/powerpoint/2010/main" val="1433599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EDF48-8C9A-7951-0CA0-B72F536A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E3B0F5-273A-F638-2C31-AC8B9906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Profilo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C96D34E-0529-5C45-AB52-439CC020C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" r="1235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B7C97322-FE79-B933-75AF-E2F3C98A5393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132BFED-09F3-28B4-A09A-BBCDD0FA40BA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Tutte le commesse che contengono dei grafici salvati tra i preferiti da noi suddivisi ulteriormente per periodo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Esplorare e navigare tra le commesse alla ricerca dei nostri grafici preferiti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Cercare i grafici che ci interessano di più</a:t>
            </a:r>
          </a:p>
        </p:txBody>
      </p:sp>
    </p:spTree>
    <p:extLst>
      <p:ext uri="{BB962C8B-B14F-4D97-AF65-F5344CB8AC3E}">
        <p14:creationId xmlns:p14="http://schemas.microsoft.com/office/powerpoint/2010/main" val="311401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3651-CD14-6CEF-A34B-CAF7E39B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485C2D-D641-484F-A1FC-4B9E9221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Profilo(2)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43CD5D2-0984-128A-018F-230ADCE1C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" r="1051"/>
          <a:stretch/>
        </p:blipFill>
        <p:spPr>
          <a:xfrm>
            <a:off x="5522976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59BE395B-E8BE-62A9-96F1-1E9CECF76006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2D68517-987E-8D48-1BCD-EB9AE5194E44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Tutti i periodi della commessa selezionata che contengono dei grafici salvati tra i preferiti da noi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Esplorare e navigare tra i periodi alla ricerca dei nostri grafici preferiti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Cercare i grafici che ci interessano di più</a:t>
            </a:r>
          </a:p>
        </p:txBody>
      </p:sp>
    </p:spTree>
    <p:extLst>
      <p:ext uri="{BB962C8B-B14F-4D97-AF65-F5344CB8AC3E}">
        <p14:creationId xmlns:p14="http://schemas.microsoft.com/office/powerpoint/2010/main" val="2653257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252B-9DDB-53F5-5BD1-07DF73BC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D549C8-9640-DB53-30DA-7B6D2B86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Profilo(3)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D4BBF7F-44C2-8164-5EBD-51ECF88F6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r="946"/>
          <a:stretch/>
        </p:blipFill>
        <p:spPr>
          <a:xfrm>
            <a:off x="5522976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8E7DCB2D-7D3C-7005-15CC-F975836B1248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0AD8703-EEE0-6E22-69B6-F2DF4879E49A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Tutti i grafici della commessa e del periodo selezionati che contengono dei grafici salvati tra i preferiti da noi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Esplorare e navigare tra i grafici alla ricerca di quello che ci interessa di più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Cercare i grafici che ci interessano di più</a:t>
            </a:r>
          </a:p>
        </p:txBody>
      </p:sp>
    </p:spTree>
    <p:extLst>
      <p:ext uri="{BB962C8B-B14F-4D97-AF65-F5344CB8AC3E}">
        <p14:creationId xmlns:p14="http://schemas.microsoft.com/office/powerpoint/2010/main" val="3695884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D09F-2E4D-3BB1-F05E-03A724B7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F4E45E97-57FA-09B4-3993-B23A5754AA89}"/>
              </a:ext>
            </a:extLst>
          </p:cNvPr>
          <p:cNvSpPr/>
          <p:nvPr/>
        </p:nvSpPr>
        <p:spPr>
          <a:xfrm>
            <a:off x="5184060" y="2620411"/>
            <a:ext cx="3226372" cy="453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2DB0059-483A-6A95-B19B-B1F877E55A80}"/>
              </a:ext>
            </a:extLst>
          </p:cNvPr>
          <p:cNvSpPr/>
          <p:nvPr/>
        </p:nvSpPr>
        <p:spPr>
          <a:xfrm>
            <a:off x="1067864" y="2620411"/>
            <a:ext cx="3226372" cy="453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1313DCF-AFB6-F6BE-4C6C-24A0A14DD603}"/>
              </a:ext>
            </a:extLst>
          </p:cNvPr>
          <p:cNvSpPr/>
          <p:nvPr/>
        </p:nvSpPr>
        <p:spPr>
          <a:xfrm>
            <a:off x="836612" y="2546890"/>
            <a:ext cx="7812517" cy="202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CC5E84E-F58D-D079-C380-890C15E1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Database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BC702E-2C55-7D2C-E935-16394312D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7864" y="2665814"/>
            <a:ext cx="1649539" cy="380107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it-IT" dirty="0"/>
              <a:t>Commessa</a:t>
            </a: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0A76D960-5ABF-69F4-8A3D-4886597017A1}"/>
              </a:ext>
            </a:extLst>
          </p:cNvPr>
          <p:cNvSpPr txBox="1">
            <a:spLocks/>
          </p:cNvSpPr>
          <p:nvPr/>
        </p:nvSpPr>
        <p:spPr>
          <a:xfrm>
            <a:off x="904367" y="1545336"/>
            <a:ext cx="5093208" cy="82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11" name="Segnaposto contenuto 9">
            <a:extLst>
              <a:ext uri="{FF2B5EF4-FFF2-40B4-BE49-F238E27FC236}">
                <a16:creationId xmlns:a16="http://schemas.microsoft.com/office/drawing/2014/main" id="{2F75608B-A53E-E509-637F-3E873DFD8844}"/>
              </a:ext>
            </a:extLst>
          </p:cNvPr>
          <p:cNvSpPr txBox="1">
            <a:spLocks/>
          </p:cNvSpPr>
          <p:nvPr/>
        </p:nvSpPr>
        <p:spPr>
          <a:xfrm>
            <a:off x="9683496" y="5724144"/>
            <a:ext cx="2386584" cy="7687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/>
              <a:t>* </a:t>
            </a:r>
            <a:r>
              <a:rPr lang="it-IT" sz="1600" dirty="0">
                <a:latin typeface="+mj-lt"/>
              </a:rPr>
              <a:t>Prendendo come esempio questo file specifico perché è l’unico che ho analizzato per ora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515935DA-71D5-4E2C-ADD1-7BDAF4028CF1}"/>
              </a:ext>
            </a:extLst>
          </p:cNvPr>
          <p:cNvSpPr txBox="1">
            <a:spLocks/>
          </p:cNvSpPr>
          <p:nvPr/>
        </p:nvSpPr>
        <p:spPr>
          <a:xfrm>
            <a:off x="836612" y="2011763"/>
            <a:ext cx="5157787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Eurofork_Analisi_DB</a:t>
            </a:r>
            <a:endParaRPr lang="it-IT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BEC89D7-4D5A-DFED-5EBA-B68AA025C678}"/>
              </a:ext>
            </a:extLst>
          </p:cNvPr>
          <p:cNvSpPr/>
          <p:nvPr/>
        </p:nvSpPr>
        <p:spPr>
          <a:xfrm>
            <a:off x="1067864" y="3119660"/>
            <a:ext cx="3226372" cy="1296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 err="1"/>
              <a:t>ID_Commessa</a:t>
            </a:r>
            <a:endParaRPr lang="it-IT" dirty="0"/>
          </a:p>
          <a:p>
            <a:r>
              <a:rPr lang="it-IT" dirty="0"/>
              <a:t>Nome</a:t>
            </a:r>
          </a:p>
          <a:p>
            <a:r>
              <a:rPr lang="it-IT" dirty="0"/>
              <a:t>Descrizione</a:t>
            </a:r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8485173C-2B3C-2FE7-EB04-FB6B285C43DB}"/>
              </a:ext>
            </a:extLst>
          </p:cNvPr>
          <p:cNvSpPr txBox="1">
            <a:spLocks/>
          </p:cNvSpPr>
          <p:nvPr/>
        </p:nvSpPr>
        <p:spPr>
          <a:xfrm>
            <a:off x="5184060" y="2665814"/>
            <a:ext cx="2514093" cy="3801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dirty="0"/>
              <a:t>Mission History*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00EC43D-0A63-CD59-29D1-8B5F3B862510}"/>
              </a:ext>
            </a:extLst>
          </p:cNvPr>
          <p:cNvSpPr/>
          <p:nvPr/>
        </p:nvSpPr>
        <p:spPr>
          <a:xfrm>
            <a:off x="5184060" y="3119660"/>
            <a:ext cx="3226372" cy="1296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 err="1"/>
              <a:t>ID_Commessa</a:t>
            </a:r>
            <a:endParaRPr lang="it-IT" dirty="0"/>
          </a:p>
          <a:p>
            <a:r>
              <a:rPr lang="it-IT" dirty="0" err="1"/>
              <a:t>ID_Micro_Missione</a:t>
            </a:r>
            <a:endParaRPr lang="it-IT" dirty="0"/>
          </a:p>
          <a:p>
            <a:r>
              <a:rPr lang="it-IT" dirty="0"/>
              <a:t>Tutti i campi del file.csv</a:t>
            </a:r>
          </a:p>
        </p:txBody>
      </p:sp>
      <p:sp>
        <p:nvSpPr>
          <p:cNvPr id="19" name="Segnaposto contenuto 9">
            <a:extLst>
              <a:ext uri="{FF2B5EF4-FFF2-40B4-BE49-F238E27FC236}">
                <a16:creationId xmlns:a16="http://schemas.microsoft.com/office/drawing/2014/main" id="{F2F242CB-C2B6-3216-7B50-C0F6D447F9E0}"/>
              </a:ext>
            </a:extLst>
          </p:cNvPr>
          <p:cNvSpPr txBox="1">
            <a:spLocks/>
          </p:cNvSpPr>
          <p:nvPr/>
        </p:nvSpPr>
        <p:spPr>
          <a:xfrm>
            <a:off x="836612" y="5560186"/>
            <a:ext cx="7744762" cy="932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 dirty="0">
                <a:latin typeface="+mj-lt"/>
              </a:rPr>
              <a:t>In questo modo  avremo tutte le missioni nella stessa tabella e andremo a esaminare per </a:t>
            </a:r>
            <a:r>
              <a:rPr lang="it-IT" sz="1600" dirty="0" err="1">
                <a:latin typeface="+mj-lt"/>
              </a:rPr>
              <a:t>ID_Commessa</a:t>
            </a:r>
            <a:endParaRPr lang="it-IT" sz="1600" dirty="0">
              <a:latin typeface="+mj-lt"/>
            </a:endParaRPr>
          </a:p>
        </p:txBody>
      </p:sp>
      <p:sp>
        <p:nvSpPr>
          <p:cNvPr id="25" name="Freccia bidirezionale verticale 24">
            <a:extLst>
              <a:ext uri="{FF2B5EF4-FFF2-40B4-BE49-F238E27FC236}">
                <a16:creationId xmlns:a16="http://schemas.microsoft.com/office/drawing/2014/main" id="{32988457-EEBE-FDBF-3AA2-474E27D6C329}"/>
              </a:ext>
            </a:extLst>
          </p:cNvPr>
          <p:cNvSpPr/>
          <p:nvPr/>
        </p:nvSpPr>
        <p:spPr>
          <a:xfrm>
            <a:off x="4462272" y="4718304"/>
            <a:ext cx="118872" cy="714756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bidirezionale verticale 25">
            <a:extLst>
              <a:ext uri="{FF2B5EF4-FFF2-40B4-BE49-F238E27FC236}">
                <a16:creationId xmlns:a16="http://schemas.microsoft.com/office/drawing/2014/main" id="{0B77AC57-8956-F9C7-9206-E03885ACD5AC}"/>
              </a:ext>
            </a:extLst>
          </p:cNvPr>
          <p:cNvSpPr/>
          <p:nvPr/>
        </p:nvSpPr>
        <p:spPr>
          <a:xfrm>
            <a:off x="6038088" y="4693601"/>
            <a:ext cx="118872" cy="714756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bidirezionale verticale 26">
            <a:extLst>
              <a:ext uri="{FF2B5EF4-FFF2-40B4-BE49-F238E27FC236}">
                <a16:creationId xmlns:a16="http://schemas.microsoft.com/office/drawing/2014/main" id="{34329700-C90B-1017-2E5B-34958FAACD10}"/>
              </a:ext>
            </a:extLst>
          </p:cNvPr>
          <p:cNvSpPr/>
          <p:nvPr/>
        </p:nvSpPr>
        <p:spPr>
          <a:xfrm>
            <a:off x="2886456" y="4664310"/>
            <a:ext cx="118872" cy="714756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03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1D407-5B1B-A0C2-1BA9-0F7FAE8D9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B20AF5-B9F7-067A-3954-0E264E21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 esaminare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5798BF-5607-0D07-37F4-C6C47B23E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Linguaggio di sviluppo: Java o Python</a:t>
            </a:r>
          </a:p>
          <a:p>
            <a:pPr marL="0" indent="0">
              <a:buNone/>
            </a:pPr>
            <a:r>
              <a:rPr lang="it-IT" dirty="0"/>
              <a:t>Servizi da tenere attivi: Grafici </a:t>
            </a:r>
            <a:r>
              <a:rPr lang="it-IT" dirty="0" err="1"/>
              <a:t>Metabase</a:t>
            </a:r>
            <a:r>
              <a:rPr lang="it-IT" dirty="0"/>
              <a:t> e Web App</a:t>
            </a:r>
          </a:p>
          <a:p>
            <a:pPr marL="0" indent="0">
              <a:buNone/>
            </a:pPr>
            <a:r>
              <a:rPr lang="it-IT" dirty="0"/>
              <a:t>Servizio da rendere visibile nella rete: Web App</a:t>
            </a:r>
          </a:p>
        </p:txBody>
      </p:sp>
    </p:spTree>
    <p:extLst>
      <p:ext uri="{BB962C8B-B14F-4D97-AF65-F5344CB8AC3E}">
        <p14:creationId xmlns:p14="http://schemas.microsoft.com/office/powerpoint/2010/main" val="408244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2200C-7022-7D1E-7745-EED2699C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6786F5-3337-703C-63C9-79B184EC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Dubbio su Funzionalità Multiutente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CD88E4-DED9-3FDB-E354-903EDCF84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Problema su commesse pubbliche: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A sta lavorando con dei grafici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B carica dati nuovi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Sistema elimina i grafici  che A sta esaminando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Sistema rigenera i grafici</a:t>
            </a:r>
          </a:p>
          <a:p>
            <a:r>
              <a:rPr lang="it-IT" dirty="0">
                <a:sym typeface="Wingdings" panose="05000000000000000000" pitchFamily="2" charset="2"/>
              </a:rPr>
              <a:t>Possibile soluzione: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Quando si vuole aggiornare i dati di una tabella già piena bisogna ricevere il permesso dagli altri utenti dell’app</a:t>
            </a:r>
          </a:p>
          <a:p>
            <a:pPr marL="457200" lvl="1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371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5DDB-A0E4-C287-C0ED-39388162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3212DE-8146-6360-C07B-7A03D3E9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269"/>
            <a:ext cx="10515600" cy="1325563"/>
          </a:xfrm>
        </p:spPr>
        <p:txBody>
          <a:bodyPr/>
          <a:lstStyle/>
          <a:p>
            <a:r>
              <a:rPr lang="it-IT" dirty="0"/>
              <a:t>Dettagli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A7D4A1-F91F-6EC0-22F3-938C8AB0D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Se non viene caricato nulla non si vedranno grafici solo bottone carica/ si vedranno dei modelli vuoti(immagini)</a:t>
            </a:r>
          </a:p>
          <a:p>
            <a:r>
              <a:rPr lang="it-IT" dirty="0"/>
              <a:t>Ogni volta che carichi dati nuovi, i dati vecchi inerenti a quella commessa e a quella tabella specifica verranno rimossi per lasciare spazio a quelli nuovi</a:t>
            </a:r>
          </a:p>
          <a:p>
            <a:r>
              <a:rPr lang="it-IT" dirty="0"/>
              <a:t>Al caricamento la categoria e la commessa verranno prese in automatico come anche la data in cui è avvenuto il caricamento</a:t>
            </a:r>
          </a:p>
        </p:txBody>
      </p:sp>
    </p:spTree>
    <p:extLst>
      <p:ext uri="{BB962C8B-B14F-4D97-AF65-F5344CB8AC3E}">
        <p14:creationId xmlns:p14="http://schemas.microsoft.com/office/powerpoint/2010/main" val="432683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7249-6FD7-4D4A-7C11-4B183B90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A35DBD-149A-0E29-5A7C-FB1B0B58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269"/>
            <a:ext cx="10515600" cy="1325563"/>
          </a:xfrm>
        </p:spPr>
        <p:txBody>
          <a:bodyPr/>
          <a:lstStyle/>
          <a:p>
            <a:r>
              <a:rPr lang="it-IT" dirty="0"/>
              <a:t>Idee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53F87F-0FDD-DC01-9BD0-1A9843A6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856" y="2132393"/>
            <a:ext cx="34777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Se c’è interesse</a:t>
            </a:r>
            <a:endParaRPr lang="it-IT" dirty="0"/>
          </a:p>
          <a:p>
            <a:r>
              <a:rPr lang="it-IT" sz="2400" dirty="0"/>
              <a:t>Chat tra utenti che si possono mandare grafici tra loro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D133489B-68A7-C8DA-611C-5DB90D2752FD}"/>
              </a:ext>
            </a:extLst>
          </p:cNvPr>
          <p:cNvSpPr txBox="1">
            <a:spLocks/>
          </p:cNvSpPr>
          <p:nvPr/>
        </p:nvSpPr>
        <p:spPr>
          <a:xfrm>
            <a:off x="731520" y="2132393"/>
            <a:ext cx="35844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Che ci devono essere</a:t>
            </a:r>
          </a:p>
          <a:p>
            <a:r>
              <a:rPr lang="it-IT" sz="2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Strumenti visivi che mi aiutano a capire cosa sta succedendo:</a:t>
            </a:r>
          </a:p>
          <a:p>
            <a:pPr lvl="1"/>
            <a:r>
              <a:rPr lang="it-IT" sz="20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Loader</a:t>
            </a:r>
          </a:p>
          <a:p>
            <a:pPr lvl="1"/>
            <a:r>
              <a:rPr lang="it-IT" sz="2000" dirty="0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it-IT" sz="20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op up (Andato a buon fine, operazione rischiosa)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38021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TM02892315[[fn=Filo]]</Template>
  <TotalTime>571</TotalTime>
  <Words>871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2013 - Tema 2022</vt:lpstr>
      <vt:lpstr>GraphFlow</vt:lpstr>
      <vt:lpstr>Come nasce?</vt:lpstr>
      <vt:lpstr>Qual è lo scopo?</vt:lpstr>
      <vt:lpstr>La mia Idea</vt:lpstr>
      <vt:lpstr>Struttura WebApp</vt:lpstr>
      <vt:lpstr>Pagina Commesse</vt:lpstr>
      <vt:lpstr>Pagina Form Creazione Commessa</vt:lpstr>
      <vt:lpstr>Pagina Commessa</vt:lpstr>
      <vt:lpstr>Pagina Grafici Specifici per struttura</vt:lpstr>
      <vt:lpstr>Popup caricamento dati</vt:lpstr>
      <vt:lpstr>Pagina Profilo</vt:lpstr>
      <vt:lpstr>Pagina Profilo(2)</vt:lpstr>
      <vt:lpstr>Pagina Profilo(3)</vt:lpstr>
      <vt:lpstr>Struttura Database</vt:lpstr>
      <vt:lpstr>Da esaminare</vt:lpstr>
      <vt:lpstr>Dubbio su Funzionalità Multiutente</vt:lpstr>
      <vt:lpstr>Dettagli</vt:lpstr>
      <vt:lpstr>Idee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 Forneron</dc:creator>
  <cp:lastModifiedBy>Mattia  Forneron</cp:lastModifiedBy>
  <cp:revision>3</cp:revision>
  <dcterms:created xsi:type="dcterms:W3CDTF">2025-03-07T08:44:06Z</dcterms:created>
  <dcterms:modified xsi:type="dcterms:W3CDTF">2025-03-10T09:58:22Z</dcterms:modified>
</cp:coreProperties>
</file>