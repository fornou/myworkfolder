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8" r:id="rId8"/>
    <p:sldId id="261" r:id="rId9"/>
    <p:sldId id="262" r:id="rId10"/>
    <p:sldId id="263" r:id="rId11"/>
    <p:sldId id="271" r:id="rId12"/>
    <p:sldId id="265" r:id="rId13"/>
    <p:sldId id="270" r:id="rId14"/>
    <p:sldId id="267" r:id="rId15"/>
    <p:sldId id="269" r:id="rId1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761A9EF-8A35-E489-F944-0E78B12AB3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7D12F737-82F5-A1A9-6B5B-624D9DA417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A19EF6B-C115-46F1-A6E9-EE746C8AA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71245-D0CD-4987-8107-870E5B3537EA}" type="datetimeFigureOut">
              <a:rPr lang="it-IT" smtClean="0"/>
              <a:t>07/03/2025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6A635B5-446A-A432-4441-FF81E5B80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8FB6CFB-94DC-AE53-B884-D523777DF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7A26B-B423-40FF-B403-575F3DAB8DF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0951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F0560EA-2E28-EF14-AB6D-35D6F4B8C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DBE81A0-651D-0266-E930-1F9838105C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E395B5A-1189-CAE3-0BA0-725C9C1EE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71245-D0CD-4987-8107-870E5B3537EA}" type="datetimeFigureOut">
              <a:rPr lang="it-IT" smtClean="0"/>
              <a:t>07/03/2025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8063AEE-6D24-F97A-982F-51DC42CC2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B047B4B-123B-C26B-170E-8A4635F78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7A26B-B423-40FF-B403-575F3DAB8DF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50158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2B79D84-237D-B03B-681C-A93320E8D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F82A07C-5F14-005F-05F9-E53363E2D6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FFAAD9-9106-C5F3-F47D-37449CFEC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71245-D0CD-4987-8107-870E5B3537EA}" type="datetimeFigureOut">
              <a:rPr lang="it-IT" smtClean="0"/>
              <a:t>07/03/2025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CFED3FA-3F12-3582-FB03-A335DEFF2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9FCEF08-82E7-1F0D-3A7F-6FD657227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7A26B-B423-40FF-B403-575F3DAB8DF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39725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CD2D58-5918-0423-9C36-610CD152E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E6FF722-EE1B-F125-AC14-0F3D60CE3D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DE59016-60E8-C0FE-E5AA-0CD6DA8287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71F0C54-9E94-9EE6-4404-75BF770C0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71245-D0CD-4987-8107-870E5B3537EA}" type="datetimeFigureOut">
              <a:rPr lang="it-IT" smtClean="0"/>
              <a:t>07/03/2025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D509381-288F-860A-8173-9BA7EA27C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94D631A-5C93-5D3A-3B2B-E85E768FB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7A26B-B423-40FF-B403-575F3DAB8DF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06263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9278D9D-FABC-33BA-7309-096499504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0BE78E8-6E3D-B47C-7C07-B2C58D979A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405D4BF-9C72-D363-1FFC-9AA9607A57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6EF8B58C-AE44-2208-19B8-3F278D3AC3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9AC2AEF4-5F28-FF5D-271C-027CB72B4E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1F1E8E09-980C-CD90-60F6-7D875C603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71245-D0CD-4987-8107-870E5B3537EA}" type="datetimeFigureOut">
              <a:rPr lang="it-IT" smtClean="0"/>
              <a:t>07/03/2025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2FE24F71-DCBE-8CA5-1C89-1B839B702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A176D05D-C293-1E6F-2C06-E210FF3BE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7A26B-B423-40FF-B403-575F3DAB8DF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80405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1BE442C-2374-EA3A-839D-F83266DE8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E787FF58-278F-D983-B2D3-ACEF097D4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71245-D0CD-4987-8107-870E5B3537EA}" type="datetimeFigureOut">
              <a:rPr lang="it-IT" smtClean="0"/>
              <a:t>07/03/2025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E583588C-3679-391F-5C4D-F9D3C390E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78265B6-AAFC-8A9C-FD86-DD33335A4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7A26B-B423-40FF-B403-575F3DAB8DF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34863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6AA6778E-1021-1836-8D16-E86271CAE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71245-D0CD-4987-8107-870E5B3537EA}" type="datetimeFigureOut">
              <a:rPr lang="it-IT" smtClean="0"/>
              <a:t>07/03/2025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B03BB80A-9353-E47E-15AA-CC0A8CF69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694C4DD-EE5E-433B-1EBA-B85D2E731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7A26B-B423-40FF-B403-575F3DAB8DF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71694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324855B-7FC5-8CAD-FB41-ACBE04432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6E639A9-AD45-80E3-19F4-CF7CED65C1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6449E0D-493E-34E0-557A-EA5DF66689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E6A8074-8367-5183-8E34-32F834DC9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71245-D0CD-4987-8107-870E5B3537EA}" type="datetimeFigureOut">
              <a:rPr lang="it-IT" smtClean="0"/>
              <a:t>07/03/2025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4AE4945-85D8-0B9B-8967-63F1879AE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3CD50D9-3991-2217-92AB-FF54FCEBA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7A26B-B423-40FF-B403-575F3DAB8DF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2012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E7F130-8EBE-DCD5-F464-ADFF73E3D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6D033B16-A2BD-A357-DF37-C5C5659EA9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ADDEC0C-9747-2325-0DC0-6763784CE5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760D9B6-19A2-E42D-09F0-3FB12E3E2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71245-D0CD-4987-8107-870E5B3537EA}" type="datetimeFigureOut">
              <a:rPr lang="it-IT" smtClean="0"/>
              <a:t>07/03/2025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31B08D6-E8C5-7EAB-C9AC-307562353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19EA0CF-FBED-67A1-5909-915B90423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7A26B-B423-40FF-B403-575F3DAB8DF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8871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46242B0-D82B-382B-63AD-9FA28DBD8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F1FEA85-9500-ADBC-C12F-4A43A3DB54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81ECD49-FF3D-B890-57C6-6EB13D394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71245-D0CD-4987-8107-870E5B3537EA}" type="datetimeFigureOut">
              <a:rPr lang="it-IT" smtClean="0"/>
              <a:t>07/03/2025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3A78660-31A4-6ABB-4106-4F38F1373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7C7DA25-10A9-C6E8-4934-B268CB1E0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7A26B-B423-40FF-B403-575F3DAB8DF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68536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EE379FDD-12C2-1D79-AA2D-4F05C68EC8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E5B0C95-D306-7545-1AF1-1049047D24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8E0426F-05B7-80E5-70F9-C63C77182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71245-D0CD-4987-8107-870E5B3537EA}" type="datetimeFigureOut">
              <a:rPr lang="it-IT" smtClean="0"/>
              <a:t>07/03/2025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076BAC-5705-E489-4E81-C5A19DD23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18BCF7F-35A9-E046-BFB4-F19C1E226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7A26B-B423-40FF-B403-575F3DAB8DF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04732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ECAF1096-040A-4807-FE8D-AF3DB344D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322E232-DF6E-46A2-3F94-CDB733E18E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7C3F693-7D3D-E174-9D08-C6370DB7F7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C71245-D0CD-4987-8107-870E5B3537EA}" type="datetimeFigureOut">
              <a:rPr lang="it-IT" smtClean="0"/>
              <a:t>07/03/2025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FFA3196-A16D-D55C-FFE1-8CF4205DA1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C2D6358-AC8D-C3E3-3E7A-AE4E5FB174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37A26B-B423-40FF-B403-575F3DAB8DF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86269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1708B28-BA5A-E7D5-CFBC-DF4628317A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Nome del generatore di grafici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59317F8-7A24-EA17-6E7F-97D32B2265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Mattia Forneron Idea di Progetto</a:t>
            </a:r>
          </a:p>
        </p:txBody>
      </p:sp>
    </p:spTree>
    <p:extLst>
      <p:ext uri="{BB962C8B-B14F-4D97-AF65-F5344CB8AC3E}">
        <p14:creationId xmlns:p14="http://schemas.microsoft.com/office/powerpoint/2010/main" val="723589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53252B-1CFB-F052-95D9-DA52F1191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Come nasce?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46C5332-CA2B-F6D2-4287-B0932CA8D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L’idea nasce parlando con Erik del suo obiettivo.</a:t>
            </a:r>
          </a:p>
          <a:p>
            <a:pPr marL="0" indent="0">
              <a:buNone/>
            </a:pPr>
            <a:r>
              <a:rPr lang="it-IT" dirty="0"/>
              <a:t>Capisco che c’è qualcosa che potrei fare per aiutarlo:</a:t>
            </a:r>
          </a:p>
          <a:p>
            <a:pPr lvl="1"/>
            <a:r>
              <a:rPr lang="it-IT" dirty="0"/>
              <a:t>Creazione grafici per fare la reportistica</a:t>
            </a:r>
          </a:p>
          <a:p>
            <a:pPr lvl="1"/>
            <a:r>
              <a:rPr lang="it-IT" dirty="0"/>
              <a:t>Creazione grafici che gli vengono richiesti da altre persone</a:t>
            </a:r>
          </a:p>
        </p:txBody>
      </p:sp>
    </p:spTree>
    <p:extLst>
      <p:ext uri="{BB962C8B-B14F-4D97-AF65-F5344CB8AC3E}">
        <p14:creationId xmlns:p14="http://schemas.microsoft.com/office/powerpoint/2010/main" val="795913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052BD36-7382-6B70-3540-39AD5523F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Qual è lo scopo?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514B0C0-11AF-1219-F87E-870E183E3E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Velocizzare il processo produttivo di Erik, ossia la creazione di un report</a:t>
            </a:r>
          </a:p>
          <a:p>
            <a:r>
              <a:rPr lang="it-IT" dirty="0"/>
              <a:t>Far smettere di creare grafici in </a:t>
            </a:r>
            <a:r>
              <a:rPr lang="it-IT" dirty="0" err="1"/>
              <a:t>excel</a:t>
            </a:r>
            <a:r>
              <a:rPr lang="it-IT" dirty="0"/>
              <a:t>  a Erik per alcuni colleghi e concentrarsi sul suo obiettivo 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78100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3ABD289-BB22-9113-09D7-C350C92B1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La mia Idea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0CCD99A-DEEA-2521-1714-F00FD1E90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Interfaccia che mostra grafici personalizzati dato un file .csv</a:t>
            </a:r>
          </a:p>
          <a:p>
            <a:r>
              <a:rPr lang="it-IT" dirty="0"/>
              <a:t>Funziona grazie a:</a:t>
            </a:r>
          </a:p>
          <a:p>
            <a:pPr lvl="1"/>
            <a:r>
              <a:rPr lang="it-IT" dirty="0"/>
              <a:t>Categorizzazione dei .csv in base a loro struttura(ne troviamo N)</a:t>
            </a:r>
          </a:p>
          <a:p>
            <a:pPr lvl="1"/>
            <a:r>
              <a:rPr lang="it-IT" dirty="0"/>
              <a:t>Grafici statici per ogni tipo di .csv (numero equivale a N)</a:t>
            </a:r>
          </a:p>
          <a:p>
            <a:pPr lvl="1"/>
            <a:r>
              <a:rPr lang="it-IT" dirty="0"/>
              <a:t>Dati dinamici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56333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91F0C-9564-60EF-FC50-3E1946961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2D804A1-0A29-79DF-3E40-D320EFE14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Struttura </a:t>
            </a:r>
            <a:r>
              <a:rPr lang="it-IT" dirty="0" err="1"/>
              <a:t>WebApp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3AE6A57-A044-E0DF-AB83-B9F649C883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dirty="0"/>
              <a:t>Pagina di tutte le Commesse</a:t>
            </a:r>
          </a:p>
          <a:p>
            <a:r>
              <a:rPr lang="it-IT" dirty="0"/>
              <a:t>Pagina Form Creazione Commessa</a:t>
            </a:r>
          </a:p>
          <a:p>
            <a:r>
              <a:rPr lang="it-IT" dirty="0"/>
              <a:t>Pagina si una Commessa specifica</a:t>
            </a:r>
          </a:p>
          <a:p>
            <a:r>
              <a:rPr lang="it-IT" dirty="0"/>
              <a:t>Pagina Grafici:</a:t>
            </a:r>
          </a:p>
          <a:p>
            <a:pPr lvl="1"/>
            <a:r>
              <a:rPr lang="it-IT" dirty="0"/>
              <a:t>Per commessa specifica </a:t>
            </a:r>
          </a:p>
          <a:p>
            <a:pPr lvl="1"/>
            <a:r>
              <a:rPr lang="it-IT" dirty="0"/>
              <a:t>Per tipo di struttura specifico</a:t>
            </a:r>
          </a:p>
          <a:p>
            <a:r>
              <a:rPr lang="it-IT" dirty="0"/>
              <a:t>Pagina Importazione dati dato file .csv</a:t>
            </a:r>
          </a:p>
          <a:p>
            <a:r>
              <a:rPr lang="it-IT" dirty="0"/>
              <a:t>Pagina Profilo Utente:</a:t>
            </a:r>
          </a:p>
          <a:p>
            <a:pPr lvl="1"/>
            <a:r>
              <a:rPr lang="it-IT" dirty="0"/>
              <a:t>Pagina Grafici salvati per Date</a:t>
            </a:r>
          </a:p>
          <a:p>
            <a:pPr lvl="1"/>
            <a:r>
              <a:rPr lang="it-IT" dirty="0"/>
              <a:t>Pagina Grafici salvati per Data</a:t>
            </a:r>
          </a:p>
        </p:txBody>
      </p:sp>
    </p:spTree>
    <p:extLst>
      <p:ext uri="{BB962C8B-B14F-4D97-AF65-F5344CB8AC3E}">
        <p14:creationId xmlns:p14="http://schemas.microsoft.com/office/powerpoint/2010/main" val="2174595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5BD85C-6FB3-EFFE-DA7A-A565FACFD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Pagina Commesse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2BD83437-EAE7-9E74-AA3C-C107A32DCF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5" r="1305"/>
          <a:stretch/>
        </p:blipFill>
        <p:spPr>
          <a:xfrm>
            <a:off x="5541264" y="1703901"/>
            <a:ext cx="6004743" cy="34501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olo 1">
            <a:extLst>
              <a:ext uri="{FF2B5EF4-FFF2-40B4-BE49-F238E27FC236}">
                <a16:creationId xmlns:a16="http://schemas.microsoft.com/office/drawing/2014/main" id="{B39FC594-33CE-2183-5178-7C004C104580}"/>
              </a:ext>
            </a:extLst>
          </p:cNvPr>
          <p:cNvSpPr txBox="1">
            <a:spLocks/>
          </p:cNvSpPr>
          <p:nvPr/>
        </p:nvSpPr>
        <p:spPr>
          <a:xfrm>
            <a:off x="283464" y="1435608"/>
            <a:ext cx="5093208" cy="5212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A715A24E-8C38-69B0-8AE0-0999E99B86BA}"/>
              </a:ext>
            </a:extLst>
          </p:cNvPr>
          <p:cNvSpPr txBox="1"/>
          <p:nvPr/>
        </p:nvSpPr>
        <p:spPr>
          <a:xfrm>
            <a:off x="594360" y="1792224"/>
            <a:ext cx="468172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Cosa vediamo?</a:t>
            </a:r>
          </a:p>
          <a:p>
            <a:r>
              <a:rPr lang="it-IT" dirty="0"/>
              <a:t>Tutte le commesse che la nostra community ha aggiunto(visibili a tutti)</a:t>
            </a:r>
          </a:p>
          <a:p>
            <a:endParaRPr lang="it-IT" dirty="0"/>
          </a:p>
          <a:p>
            <a:r>
              <a:rPr lang="it-IT" dirty="0"/>
              <a:t>Cosa si può fare?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Creare commessa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Modificare commessa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Eliminare commessa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Spostare commessa</a:t>
            </a:r>
          </a:p>
          <a:p>
            <a:endParaRPr lang="it-IT" dirty="0"/>
          </a:p>
          <a:p>
            <a:r>
              <a:rPr lang="it-IT" dirty="0"/>
              <a:t>Cosa serve?</a:t>
            </a:r>
          </a:p>
          <a:p>
            <a:r>
              <a:rPr lang="it-IT" dirty="0"/>
              <a:t>Poter spostarsi tra le varie pagine di commesse specifiche</a:t>
            </a:r>
          </a:p>
        </p:txBody>
      </p:sp>
    </p:spTree>
    <p:extLst>
      <p:ext uri="{BB962C8B-B14F-4D97-AF65-F5344CB8AC3E}">
        <p14:creationId xmlns:p14="http://schemas.microsoft.com/office/powerpoint/2010/main" val="1992155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E2662-D5AC-40F9-BD76-DC7B5E27B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4163086-32A1-061F-4F56-BF6D88A95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Pagina Form Creazione Commessa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629F3831-EE93-8C26-6C6E-FC445CFB9B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7" r="1187"/>
          <a:stretch/>
        </p:blipFill>
        <p:spPr>
          <a:xfrm>
            <a:off x="5541264" y="1703901"/>
            <a:ext cx="6004743" cy="34501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olo 1">
            <a:extLst>
              <a:ext uri="{FF2B5EF4-FFF2-40B4-BE49-F238E27FC236}">
                <a16:creationId xmlns:a16="http://schemas.microsoft.com/office/drawing/2014/main" id="{1440B6E5-6C76-EDFE-F6BC-BA2A7234A326}"/>
              </a:ext>
            </a:extLst>
          </p:cNvPr>
          <p:cNvSpPr txBox="1">
            <a:spLocks/>
          </p:cNvSpPr>
          <p:nvPr/>
        </p:nvSpPr>
        <p:spPr>
          <a:xfrm>
            <a:off x="283464" y="1435608"/>
            <a:ext cx="5093208" cy="5212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6B7B47C0-C0A9-B6B5-469E-956897EA8925}"/>
              </a:ext>
            </a:extLst>
          </p:cNvPr>
          <p:cNvSpPr txBox="1"/>
          <p:nvPr/>
        </p:nvSpPr>
        <p:spPr>
          <a:xfrm>
            <a:off x="594360" y="1792224"/>
            <a:ext cx="468172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Cosa vediamo?</a:t>
            </a:r>
          </a:p>
          <a:p>
            <a:r>
              <a:rPr lang="it-IT" dirty="0"/>
              <a:t>Un </a:t>
            </a:r>
            <a:r>
              <a:rPr lang="it-IT" dirty="0" err="1"/>
              <a:t>form</a:t>
            </a:r>
            <a:r>
              <a:rPr lang="it-IT" dirty="0"/>
              <a:t> che mi permette di aggiungere una commessa nuova</a:t>
            </a:r>
          </a:p>
          <a:p>
            <a:endParaRPr lang="it-IT" dirty="0"/>
          </a:p>
          <a:p>
            <a:r>
              <a:rPr lang="it-IT" dirty="0"/>
              <a:t>Cosa si può fare?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Inserire un nome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Inserire un descrizione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Inserire una foto </a:t>
            </a:r>
          </a:p>
          <a:p>
            <a:endParaRPr lang="it-IT" dirty="0"/>
          </a:p>
          <a:p>
            <a:r>
              <a:rPr lang="it-IT" dirty="0"/>
              <a:t>Cosa serve?</a:t>
            </a:r>
          </a:p>
          <a:p>
            <a:r>
              <a:rPr lang="it-IT" dirty="0"/>
              <a:t>Aggiungere una nuova commessa a cui potremo aggiungere i dati per poter poi visualizzare i grafici</a:t>
            </a:r>
          </a:p>
        </p:txBody>
      </p:sp>
    </p:spTree>
    <p:extLst>
      <p:ext uri="{BB962C8B-B14F-4D97-AF65-F5344CB8AC3E}">
        <p14:creationId xmlns:p14="http://schemas.microsoft.com/office/powerpoint/2010/main" val="3535080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7EAE1-7E8C-857B-F5B2-8C08DB79D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01D0A34-90B9-32BD-3598-79ADC7C22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Pagina Commessa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9D613F45-E31E-051B-A375-7E9FEE83EA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9" r="1359"/>
          <a:stretch/>
        </p:blipFill>
        <p:spPr>
          <a:xfrm>
            <a:off x="5541264" y="1703901"/>
            <a:ext cx="6004743" cy="34501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olo 1">
            <a:extLst>
              <a:ext uri="{FF2B5EF4-FFF2-40B4-BE49-F238E27FC236}">
                <a16:creationId xmlns:a16="http://schemas.microsoft.com/office/drawing/2014/main" id="{0D883B2C-0C1F-3668-16DA-5C2C9D45FF08}"/>
              </a:ext>
            </a:extLst>
          </p:cNvPr>
          <p:cNvSpPr txBox="1">
            <a:spLocks/>
          </p:cNvSpPr>
          <p:nvPr/>
        </p:nvSpPr>
        <p:spPr>
          <a:xfrm>
            <a:off x="283464" y="1435608"/>
            <a:ext cx="5093208" cy="5212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452E2A1D-AF62-888F-92A6-F060FC829396}"/>
              </a:ext>
            </a:extLst>
          </p:cNvPr>
          <p:cNvSpPr txBox="1"/>
          <p:nvPr/>
        </p:nvSpPr>
        <p:spPr>
          <a:xfrm>
            <a:off x="594360" y="1792224"/>
            <a:ext cx="468172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Cosa vediamo?</a:t>
            </a:r>
          </a:p>
          <a:p>
            <a:r>
              <a:rPr lang="it-IT" dirty="0"/>
              <a:t>La scelta di una specifica categoria di dati </a:t>
            </a:r>
          </a:p>
          <a:p>
            <a:endParaRPr lang="it-IT" dirty="0"/>
          </a:p>
          <a:p>
            <a:r>
              <a:rPr lang="it-IT" dirty="0"/>
              <a:t>Cosa si può fare? </a:t>
            </a:r>
          </a:p>
          <a:p>
            <a:r>
              <a:rPr lang="it-IT" dirty="0"/>
              <a:t>Scegliere la categoria che ci interessa per poi visualizzare i grafici o aggiungere i dati</a:t>
            </a:r>
          </a:p>
          <a:p>
            <a:endParaRPr lang="it-IT" dirty="0"/>
          </a:p>
          <a:p>
            <a:r>
              <a:rPr lang="it-IT" dirty="0"/>
              <a:t>Cosa serve?</a:t>
            </a:r>
          </a:p>
          <a:p>
            <a:r>
              <a:rPr lang="it-IT" dirty="0"/>
              <a:t>Poter spostarsi nella pagina dove risiederanno tutti i grafici inerenti a quella struttura di quel set di dati</a:t>
            </a:r>
          </a:p>
        </p:txBody>
      </p:sp>
    </p:spTree>
    <p:extLst>
      <p:ext uri="{BB962C8B-B14F-4D97-AF65-F5344CB8AC3E}">
        <p14:creationId xmlns:p14="http://schemas.microsoft.com/office/powerpoint/2010/main" val="3683008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7780F-B3FC-2341-3D0D-FF5CE6B9A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3D63275-24D8-206A-549D-C2554A1FF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Pagina Grafici Specifici per struttura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CD611462-DCF6-2E9F-8F73-0034360087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1" r="1051"/>
          <a:stretch/>
        </p:blipFill>
        <p:spPr>
          <a:xfrm>
            <a:off x="5541264" y="1703901"/>
            <a:ext cx="6004743" cy="34501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olo 1">
            <a:extLst>
              <a:ext uri="{FF2B5EF4-FFF2-40B4-BE49-F238E27FC236}">
                <a16:creationId xmlns:a16="http://schemas.microsoft.com/office/drawing/2014/main" id="{E46BD974-3B1D-5970-C033-F34846CA83B2}"/>
              </a:ext>
            </a:extLst>
          </p:cNvPr>
          <p:cNvSpPr txBox="1">
            <a:spLocks/>
          </p:cNvSpPr>
          <p:nvPr/>
        </p:nvSpPr>
        <p:spPr>
          <a:xfrm>
            <a:off x="283464" y="1435608"/>
            <a:ext cx="5093208" cy="5212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D47FAC7-4246-BC61-D500-19B7F93503D1}"/>
              </a:ext>
            </a:extLst>
          </p:cNvPr>
          <p:cNvSpPr txBox="1"/>
          <p:nvPr/>
        </p:nvSpPr>
        <p:spPr>
          <a:xfrm>
            <a:off x="594360" y="1792224"/>
            <a:ext cx="468172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Cosa vediamo?</a:t>
            </a:r>
          </a:p>
          <a:p>
            <a:r>
              <a:rPr lang="it-IT" dirty="0"/>
              <a:t>Tutti i grafici inerenti a quel set di dati</a:t>
            </a:r>
          </a:p>
          <a:p>
            <a:endParaRPr lang="it-IT" dirty="0"/>
          </a:p>
          <a:p>
            <a:r>
              <a:rPr lang="it-IT" dirty="0"/>
              <a:t>Cosa si può fare?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Visualizzare grafici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Aggiornare i dati attraverso importazione del csv per vedere andamenti nuovi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Vedere il range di date a cui si riferiscono quei dati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Salvare il grafico nel proprio profilo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Condividere come immagine il grafico</a:t>
            </a:r>
          </a:p>
          <a:p>
            <a:endParaRPr lang="it-IT" dirty="0"/>
          </a:p>
          <a:p>
            <a:r>
              <a:rPr lang="it-IT" dirty="0"/>
              <a:t>Cosa serve?</a:t>
            </a:r>
          </a:p>
          <a:p>
            <a:r>
              <a:rPr lang="it-IT" dirty="0"/>
              <a:t>Visualizzare i grafici da analizzare per velocizzare la creazione del report</a:t>
            </a:r>
          </a:p>
        </p:txBody>
      </p:sp>
    </p:spTree>
    <p:extLst>
      <p:ext uri="{BB962C8B-B14F-4D97-AF65-F5344CB8AC3E}">
        <p14:creationId xmlns:p14="http://schemas.microsoft.com/office/powerpoint/2010/main" val="2118652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D8BC1-B5BC-7E07-5DBD-78B59850E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108FE70-468F-95BC-3E62-7E20FA120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Popup caricamento dati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7EBF4635-5466-C7FB-CA58-83E1E8CC91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4" r="964"/>
          <a:stretch/>
        </p:blipFill>
        <p:spPr>
          <a:xfrm>
            <a:off x="5541264" y="1703901"/>
            <a:ext cx="6004743" cy="34501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olo 1">
            <a:extLst>
              <a:ext uri="{FF2B5EF4-FFF2-40B4-BE49-F238E27FC236}">
                <a16:creationId xmlns:a16="http://schemas.microsoft.com/office/drawing/2014/main" id="{9EAC147D-CF1D-0CD5-FA95-1BF82FB9340D}"/>
              </a:ext>
            </a:extLst>
          </p:cNvPr>
          <p:cNvSpPr txBox="1">
            <a:spLocks/>
          </p:cNvSpPr>
          <p:nvPr/>
        </p:nvSpPr>
        <p:spPr>
          <a:xfrm>
            <a:off x="283464" y="1435608"/>
            <a:ext cx="5093208" cy="5212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220BD705-49A3-E496-4BD8-B4703E876055}"/>
              </a:ext>
            </a:extLst>
          </p:cNvPr>
          <p:cNvSpPr txBox="1"/>
          <p:nvPr/>
        </p:nvSpPr>
        <p:spPr>
          <a:xfrm>
            <a:off x="594360" y="1792224"/>
            <a:ext cx="468172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Cosa vediamo?</a:t>
            </a:r>
          </a:p>
          <a:p>
            <a:r>
              <a:rPr lang="it-IT" dirty="0"/>
              <a:t>Pop up che ci permette di caricare un file .csv</a:t>
            </a:r>
          </a:p>
          <a:p>
            <a:endParaRPr lang="it-IT" dirty="0"/>
          </a:p>
          <a:p>
            <a:r>
              <a:rPr lang="it-IT" dirty="0"/>
              <a:t>Cosa si può fare?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Caricare nuovi dati importando un nuovo file .csv</a:t>
            </a:r>
          </a:p>
          <a:p>
            <a:endParaRPr lang="it-IT" dirty="0"/>
          </a:p>
          <a:p>
            <a:r>
              <a:rPr lang="it-IT" dirty="0"/>
              <a:t>Cosa serve?</a:t>
            </a:r>
          </a:p>
          <a:p>
            <a:r>
              <a:rPr lang="it-IT" dirty="0"/>
              <a:t>Carica i nuovi dati  e si salva la data di questa operazione</a:t>
            </a:r>
          </a:p>
        </p:txBody>
      </p:sp>
    </p:spTree>
    <p:extLst>
      <p:ext uri="{BB962C8B-B14F-4D97-AF65-F5344CB8AC3E}">
        <p14:creationId xmlns:p14="http://schemas.microsoft.com/office/powerpoint/2010/main" val="14335995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4D09F-2E4D-3BB1-F05E-03A724B75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CC5E84E-F58D-D079-C380-890C15E17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Tabelle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EFBC702E-2C55-7D2C-E935-16394312D4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57399"/>
            <a:ext cx="5157787" cy="447675"/>
          </a:xfrm>
        </p:spPr>
        <p:txBody>
          <a:bodyPr/>
          <a:lstStyle/>
          <a:p>
            <a:pPr algn="ctr"/>
            <a:r>
              <a:rPr lang="it-IT" dirty="0"/>
              <a:t>Commessa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8653B7E-6C93-3C74-B5AB-A72BD42920B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it-IT" dirty="0"/>
              <a:t>Id Commessa</a:t>
            </a:r>
          </a:p>
          <a:p>
            <a:r>
              <a:rPr lang="it-IT" dirty="0"/>
              <a:t>Nome</a:t>
            </a:r>
          </a:p>
          <a:p>
            <a:r>
              <a:rPr lang="it-IT" dirty="0"/>
              <a:t>Descrizione</a:t>
            </a:r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A5390F7C-9AA3-3986-F1D1-297747B63F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057399"/>
            <a:ext cx="5183188" cy="447676"/>
          </a:xfrm>
        </p:spPr>
        <p:txBody>
          <a:bodyPr/>
          <a:lstStyle/>
          <a:p>
            <a:pPr algn="ctr"/>
            <a:r>
              <a:rPr lang="it-IT" dirty="0"/>
              <a:t>Mission History*</a:t>
            </a:r>
          </a:p>
        </p:txBody>
      </p:sp>
      <p:sp>
        <p:nvSpPr>
          <p:cNvPr id="10" name="Segnaposto contenuto 9">
            <a:extLst>
              <a:ext uri="{FF2B5EF4-FFF2-40B4-BE49-F238E27FC236}">
                <a16:creationId xmlns:a16="http://schemas.microsoft.com/office/drawing/2014/main" id="{5F613D32-7795-341B-E52E-6173A62061F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it-IT" dirty="0"/>
              <a:t>Id Commessa</a:t>
            </a:r>
          </a:p>
          <a:p>
            <a:r>
              <a:rPr lang="it-IT" dirty="0"/>
              <a:t>Id Micro-missione</a:t>
            </a:r>
          </a:p>
          <a:p>
            <a:r>
              <a:rPr lang="it-IT" dirty="0"/>
              <a:t>Tutti i campi del file.csv</a:t>
            </a:r>
          </a:p>
          <a:p>
            <a:endParaRPr lang="it-IT" dirty="0"/>
          </a:p>
        </p:txBody>
      </p:sp>
      <p:sp>
        <p:nvSpPr>
          <p:cNvPr id="6" name="Titolo 1">
            <a:extLst>
              <a:ext uri="{FF2B5EF4-FFF2-40B4-BE49-F238E27FC236}">
                <a16:creationId xmlns:a16="http://schemas.microsoft.com/office/drawing/2014/main" id="{0A76D960-5ABF-69F4-8A3D-4886597017A1}"/>
              </a:ext>
            </a:extLst>
          </p:cNvPr>
          <p:cNvSpPr txBox="1">
            <a:spLocks/>
          </p:cNvSpPr>
          <p:nvPr/>
        </p:nvSpPr>
        <p:spPr>
          <a:xfrm>
            <a:off x="904367" y="1545336"/>
            <a:ext cx="5093208" cy="823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it-IT" dirty="0"/>
          </a:p>
        </p:txBody>
      </p:sp>
      <p:sp>
        <p:nvSpPr>
          <p:cNvPr id="11" name="Segnaposto contenuto 9">
            <a:extLst>
              <a:ext uri="{FF2B5EF4-FFF2-40B4-BE49-F238E27FC236}">
                <a16:creationId xmlns:a16="http://schemas.microsoft.com/office/drawing/2014/main" id="{2F75608B-A53E-E509-637F-3E873DFD8844}"/>
              </a:ext>
            </a:extLst>
          </p:cNvPr>
          <p:cNvSpPr txBox="1">
            <a:spLocks/>
          </p:cNvSpPr>
          <p:nvPr/>
        </p:nvSpPr>
        <p:spPr>
          <a:xfrm>
            <a:off x="9314688" y="5560186"/>
            <a:ext cx="2755392" cy="93268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dirty="0"/>
              <a:t>* </a:t>
            </a:r>
            <a:r>
              <a:rPr lang="it-IT" sz="1600" dirty="0">
                <a:latin typeface="+mj-lt"/>
              </a:rPr>
              <a:t>Prendendo come esempio questo file specifico perché è l’unico che ho analizzato per ora</a:t>
            </a:r>
          </a:p>
        </p:txBody>
      </p:sp>
    </p:spTree>
    <p:extLst>
      <p:ext uri="{BB962C8B-B14F-4D97-AF65-F5344CB8AC3E}">
        <p14:creationId xmlns:p14="http://schemas.microsoft.com/office/powerpoint/2010/main" val="21250305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1D407-5B1B-A0C2-1BA9-0F7FAE8D9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B20AF5-B9F7-067A-3954-0E264E21B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Da esaminare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85798BF-5607-0D07-37F4-C6C47B23E8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/>
              <a:t>Linguaggio di sviluppo: Java o Python</a:t>
            </a:r>
          </a:p>
          <a:p>
            <a:pPr marL="0" indent="0">
              <a:buNone/>
            </a:pPr>
            <a:r>
              <a:rPr lang="it-IT" dirty="0"/>
              <a:t>Servizi da tenere attivi: Grafici </a:t>
            </a:r>
            <a:r>
              <a:rPr lang="it-IT" dirty="0" err="1"/>
              <a:t>Metabase</a:t>
            </a:r>
            <a:r>
              <a:rPr lang="it-IT" dirty="0"/>
              <a:t> e Web App</a:t>
            </a:r>
          </a:p>
          <a:p>
            <a:pPr marL="0" indent="0">
              <a:buNone/>
            </a:pPr>
            <a:r>
              <a:rPr lang="it-IT" dirty="0"/>
              <a:t>Servizio da rendere visibile: Web App</a:t>
            </a:r>
          </a:p>
        </p:txBody>
      </p:sp>
    </p:spTree>
    <p:extLst>
      <p:ext uri="{BB962C8B-B14F-4D97-AF65-F5344CB8AC3E}">
        <p14:creationId xmlns:p14="http://schemas.microsoft.com/office/powerpoint/2010/main" val="4082443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2200C-7022-7D1E-7745-EED2699CB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C6786F5-3337-703C-63C9-79B184EC5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Multiutente Dubbio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0CD88E4-DED9-3FDB-E354-903EDCF84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/>
              <a:t>Problema su commesse pubbliche: </a:t>
            </a:r>
          </a:p>
          <a:p>
            <a:pPr lvl="1"/>
            <a:r>
              <a:rPr lang="it-IT" dirty="0">
                <a:sym typeface="Wingdings" panose="05000000000000000000" pitchFamily="2" charset="2"/>
              </a:rPr>
              <a:t>A sta lavorando con dei grafici </a:t>
            </a:r>
          </a:p>
          <a:p>
            <a:pPr lvl="1"/>
            <a:r>
              <a:rPr lang="it-IT" dirty="0">
                <a:sym typeface="Wingdings" panose="05000000000000000000" pitchFamily="2" charset="2"/>
              </a:rPr>
              <a:t>B carica dati nuovi </a:t>
            </a:r>
          </a:p>
          <a:p>
            <a:pPr lvl="1"/>
            <a:r>
              <a:rPr lang="it-IT" dirty="0">
                <a:sym typeface="Wingdings" panose="05000000000000000000" pitchFamily="2" charset="2"/>
              </a:rPr>
              <a:t>Sistema elimina i grafici  che A stava esaminando</a:t>
            </a:r>
          </a:p>
          <a:p>
            <a:pPr lvl="1"/>
            <a:r>
              <a:rPr lang="it-IT" dirty="0">
                <a:sym typeface="Wingdings" panose="05000000000000000000" pitchFamily="2" charset="2"/>
              </a:rPr>
              <a:t>Sistema rigenera i grafici</a:t>
            </a:r>
          </a:p>
          <a:p>
            <a:r>
              <a:rPr lang="it-IT" dirty="0">
                <a:sym typeface="Wingdings" panose="05000000000000000000" pitchFamily="2" charset="2"/>
              </a:rPr>
              <a:t>Possibile soluzione: </a:t>
            </a:r>
          </a:p>
          <a:p>
            <a:pPr lvl="1"/>
            <a:r>
              <a:rPr lang="it-IT" dirty="0">
                <a:sym typeface="Wingdings" panose="05000000000000000000" pitchFamily="2" charset="2"/>
              </a:rPr>
              <a:t>Quando si vuole aggiornare i dati di una tabella già piena bisogna ricevere il permesso dagli altri utenti dell’app</a:t>
            </a:r>
          </a:p>
          <a:p>
            <a:pPr marL="457200" lvl="1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037175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55DDB-A0E4-C287-C0ED-39388162E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C3212DE-8146-6360-C07B-7A03D3E9F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4269"/>
            <a:ext cx="10515600" cy="1325563"/>
          </a:xfrm>
        </p:spPr>
        <p:txBody>
          <a:bodyPr/>
          <a:lstStyle/>
          <a:p>
            <a:r>
              <a:rPr lang="it-IT" dirty="0"/>
              <a:t>Dettagli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DA7D4A1-F91F-6EC0-22F3-938C8AB0D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Se non viene caricato nulla non si vedranno grafici solo bottone carica/ si vedranno dei modelli vuoti(immagini)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Attesa che i dati vengano caricati</a:t>
            </a:r>
            <a:br>
              <a:rPr lang="it-IT" dirty="0"/>
            </a:br>
            <a:br>
              <a:rPr lang="it-IT" dirty="0"/>
            </a:br>
            <a:r>
              <a:rPr lang="it-IT" dirty="0"/>
              <a:t>Ogni volta che carichi dati nuovi, i dati vecchi inerenti a quella commessa e a quella tabella specifica verranno rimossi per lasciare spazio a quelli nuovi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Al caricamento la categoria e la commessa verranno prese in automatico come anche la data in cui è avvenuto il caricamento</a:t>
            </a:r>
          </a:p>
        </p:txBody>
      </p:sp>
    </p:spTree>
    <p:extLst>
      <p:ext uri="{BB962C8B-B14F-4D97-AF65-F5344CB8AC3E}">
        <p14:creationId xmlns:p14="http://schemas.microsoft.com/office/powerpoint/2010/main" val="4326830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A7249-6FD7-4D4A-7C11-4B183B90C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EA35DBD-149A-0E29-5A7C-FB1B0B589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4269"/>
            <a:ext cx="10515600" cy="1325563"/>
          </a:xfrm>
        </p:spPr>
        <p:txBody>
          <a:bodyPr/>
          <a:lstStyle/>
          <a:p>
            <a:r>
              <a:rPr lang="it-IT" dirty="0"/>
              <a:t>Idee aggiuntive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C53F87F-0FDD-DC01-9BD0-1A9843A6C9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/>
              <a:t>Chat tra utenti che si possono mandare grafici tra loro</a:t>
            </a:r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802136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489</TotalTime>
  <Words>644</Words>
  <Application>Microsoft Office PowerPoint</Application>
  <PresentationFormat>Widescreen</PresentationFormat>
  <Paragraphs>113</Paragraphs>
  <Slides>15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Wingdings</vt:lpstr>
      <vt:lpstr>Tema di Office</vt:lpstr>
      <vt:lpstr>Nome del generatore di grafici</vt:lpstr>
      <vt:lpstr>Come nasce?</vt:lpstr>
      <vt:lpstr>Qual è lo scopo?</vt:lpstr>
      <vt:lpstr>La mia Idea</vt:lpstr>
      <vt:lpstr>Struttura WebApp</vt:lpstr>
      <vt:lpstr>Pagina Commesse</vt:lpstr>
      <vt:lpstr>Pagina Form Creazione Commessa</vt:lpstr>
      <vt:lpstr>Pagina Commessa</vt:lpstr>
      <vt:lpstr>Pagina Grafici Specifici per struttura</vt:lpstr>
      <vt:lpstr>Popup caricamento dati</vt:lpstr>
      <vt:lpstr>Tabelle</vt:lpstr>
      <vt:lpstr>Da esaminare</vt:lpstr>
      <vt:lpstr>Multiutente Dubbio</vt:lpstr>
      <vt:lpstr>Dettagli</vt:lpstr>
      <vt:lpstr>Idee aggiuntive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Mattia  Forneron</dc:creator>
  <cp:lastModifiedBy>Mattia  Forneron</cp:lastModifiedBy>
  <cp:revision>2</cp:revision>
  <dcterms:created xsi:type="dcterms:W3CDTF">2025-03-07T08:44:06Z</dcterms:created>
  <dcterms:modified xsi:type="dcterms:W3CDTF">2025-03-07T16:53:23Z</dcterms:modified>
</cp:coreProperties>
</file>